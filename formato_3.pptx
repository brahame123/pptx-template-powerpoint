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Creo Ultra-Bold" panose="020B0604020202020204" charset="0"/>
      <p:regular r:id="rId3"/>
    </p:embeddedFont>
    <p:embeddedFont>
      <p:font typeface="Gotham" panose="020B0604020202020204" charset="0"/>
      <p:regular r:id="rId4"/>
    </p:embeddedFont>
    <p:embeddedFont>
      <p:font typeface="Gotham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3" d="100"/>
          <a:sy n="33" d="100"/>
        </p:scale>
        <p:origin x="1800" y="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2000" y="17187347"/>
            <a:ext cx="12096000" cy="2028374"/>
            <a:chOff x="0" y="0"/>
            <a:chExt cx="2167467" cy="3634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7467" cy="363462"/>
            </a:xfrm>
            <a:custGeom>
              <a:avLst/>
              <a:gdLst/>
              <a:ahLst/>
              <a:cxnLst/>
              <a:rect l="l" t="t" r="r" b="b"/>
              <a:pathLst>
                <a:path w="2167467" h="363462">
                  <a:moveTo>
                    <a:pt x="0" y="0"/>
                  </a:moveTo>
                  <a:lnTo>
                    <a:pt x="2167467" y="0"/>
                  </a:lnTo>
                  <a:lnTo>
                    <a:pt x="2167467" y="363462"/>
                  </a:lnTo>
                  <a:lnTo>
                    <a:pt x="0" y="363462"/>
                  </a:lnTo>
                  <a:close/>
                </a:path>
              </a:pathLst>
            </a:custGeom>
            <a:solidFill>
              <a:srgbClr val="95024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67467" cy="420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8213" y="-4699609"/>
            <a:ext cx="13144749" cy="5069831"/>
            <a:chOff x="0" y="0"/>
            <a:chExt cx="17526332" cy="6759775"/>
          </a:xfrm>
        </p:grpSpPr>
        <p:sp>
          <p:nvSpPr>
            <p:cNvPr id="6" name="Freeform 6"/>
            <p:cNvSpPr/>
            <p:nvPr/>
          </p:nvSpPr>
          <p:spPr>
            <a:xfrm>
              <a:off x="5145219" y="1847211"/>
              <a:ext cx="3065353" cy="3065353"/>
            </a:xfrm>
            <a:custGeom>
              <a:avLst/>
              <a:gdLst/>
              <a:ahLst/>
              <a:cxnLst/>
              <a:rect l="l" t="t" r="r" b="b"/>
              <a:pathLst>
                <a:path w="3065353" h="3065353">
                  <a:moveTo>
                    <a:pt x="0" y="0"/>
                  </a:moveTo>
                  <a:lnTo>
                    <a:pt x="3065352" y="0"/>
                  </a:lnTo>
                  <a:lnTo>
                    <a:pt x="3065352" y="3065353"/>
                  </a:lnTo>
                  <a:lnTo>
                    <a:pt x="0" y="306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8675971" y="2473423"/>
              <a:ext cx="1841362" cy="1805357"/>
            </a:xfrm>
            <a:custGeom>
              <a:avLst/>
              <a:gdLst/>
              <a:ahLst/>
              <a:cxnLst/>
              <a:rect l="l" t="t" r="r" b="b"/>
              <a:pathLst>
                <a:path w="1841362" h="1805357">
                  <a:moveTo>
                    <a:pt x="0" y="0"/>
                  </a:moveTo>
                  <a:lnTo>
                    <a:pt x="1841362" y="0"/>
                  </a:lnTo>
                  <a:lnTo>
                    <a:pt x="1841362" y="1805358"/>
                  </a:lnTo>
                  <a:lnTo>
                    <a:pt x="0" y="180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766557" y="0"/>
              <a:ext cx="6759775" cy="6759775"/>
            </a:xfrm>
            <a:custGeom>
              <a:avLst/>
              <a:gdLst/>
              <a:ahLst/>
              <a:cxnLst/>
              <a:rect l="l" t="t" r="r" b="b"/>
              <a:pathLst>
                <a:path w="6759775" h="6759775">
                  <a:moveTo>
                    <a:pt x="0" y="0"/>
                  </a:moveTo>
                  <a:lnTo>
                    <a:pt x="6759775" y="0"/>
                  </a:lnTo>
                  <a:lnTo>
                    <a:pt x="6759775" y="6759775"/>
                  </a:lnTo>
                  <a:lnTo>
                    <a:pt x="0" y="675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807278"/>
              <a:ext cx="5145219" cy="5145219"/>
            </a:xfrm>
            <a:custGeom>
              <a:avLst/>
              <a:gdLst/>
              <a:ahLst/>
              <a:cxnLst/>
              <a:rect l="l" t="t" r="r" b="b"/>
              <a:pathLst>
                <a:path w="5145219" h="5145219">
                  <a:moveTo>
                    <a:pt x="0" y="0"/>
                  </a:moveTo>
                  <a:lnTo>
                    <a:pt x="5145219" y="0"/>
                  </a:lnTo>
                  <a:lnTo>
                    <a:pt x="5145219" y="5145219"/>
                  </a:lnTo>
                  <a:lnTo>
                    <a:pt x="0" y="5145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5075879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1" name="AutoShape 11"/>
          <p:cNvSpPr/>
          <p:nvPr/>
        </p:nvSpPr>
        <p:spPr>
          <a:xfrm flipH="1">
            <a:off x="9908863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2" name="Group 12"/>
          <p:cNvGrpSpPr/>
          <p:nvPr/>
        </p:nvGrpSpPr>
        <p:grpSpPr>
          <a:xfrm>
            <a:off x="0" y="-453816"/>
            <a:ext cx="15120000" cy="4500689"/>
            <a:chOff x="0" y="0"/>
            <a:chExt cx="20160000" cy="600091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605088"/>
              <a:ext cx="20160000" cy="4304999"/>
              <a:chOff x="0" y="0"/>
              <a:chExt cx="2709333" cy="57855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9333" cy="578555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578555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578555"/>
                    </a:lnTo>
                    <a:lnTo>
                      <a:pt x="0" y="578555"/>
                    </a:lnTo>
                    <a:close/>
                  </a:path>
                </a:pathLst>
              </a:custGeom>
              <a:solidFill>
                <a:srgbClr val="950246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2709333" cy="6357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0080000" y="1366735"/>
              <a:ext cx="3267448" cy="3267448"/>
            </a:xfrm>
            <a:custGeom>
              <a:avLst/>
              <a:gdLst/>
              <a:ahLst/>
              <a:cxnLst/>
              <a:rect l="l" t="t" r="r" b="b"/>
              <a:pathLst>
                <a:path w="3267448" h="3267448">
                  <a:moveTo>
                    <a:pt x="0" y="0"/>
                  </a:moveTo>
                  <a:lnTo>
                    <a:pt x="3267448" y="0"/>
                  </a:lnTo>
                  <a:lnTo>
                    <a:pt x="3267448" y="3267448"/>
                  </a:lnTo>
                  <a:lnTo>
                    <a:pt x="0" y="326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3824771" y="0"/>
              <a:ext cx="6000918" cy="6000918"/>
            </a:xfrm>
            <a:custGeom>
              <a:avLst/>
              <a:gdLst/>
              <a:ahLst/>
              <a:cxnLst/>
              <a:rect l="l" t="t" r="r" b="b"/>
              <a:pathLst>
                <a:path w="6000918" h="6000918">
                  <a:moveTo>
                    <a:pt x="0" y="0"/>
                  </a:moveTo>
                  <a:lnTo>
                    <a:pt x="6000918" y="0"/>
                  </a:lnTo>
                  <a:lnTo>
                    <a:pt x="6000918" y="6000918"/>
                  </a:lnTo>
                  <a:lnTo>
                    <a:pt x="0" y="6000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94034" y="898776"/>
              <a:ext cx="4203366" cy="4203366"/>
            </a:xfrm>
            <a:custGeom>
              <a:avLst/>
              <a:gdLst/>
              <a:ahLst/>
              <a:cxnLst/>
              <a:rect l="l" t="t" r="r" b="b"/>
              <a:pathLst>
                <a:path w="4203366" h="4203366">
                  <a:moveTo>
                    <a:pt x="0" y="0"/>
                  </a:moveTo>
                  <a:lnTo>
                    <a:pt x="4203366" y="0"/>
                  </a:lnTo>
                  <a:lnTo>
                    <a:pt x="4203366" y="4203366"/>
                  </a:lnTo>
                  <a:lnTo>
                    <a:pt x="0" y="4203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42470" y="641123"/>
              <a:ext cx="4268964" cy="4268964"/>
            </a:xfrm>
            <a:custGeom>
              <a:avLst/>
              <a:gdLst/>
              <a:ahLst/>
              <a:cxnLst/>
              <a:rect l="l" t="t" r="r" b="b"/>
              <a:pathLst>
                <a:path w="4268964" h="4268964">
                  <a:moveTo>
                    <a:pt x="0" y="0"/>
                  </a:moveTo>
                  <a:lnTo>
                    <a:pt x="4268964" y="0"/>
                  </a:lnTo>
                  <a:lnTo>
                    <a:pt x="4268964" y="4268964"/>
                  </a:lnTo>
                  <a:lnTo>
                    <a:pt x="0" y="4268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12000" y="8511674"/>
            <a:ext cx="12096000" cy="214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0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 la </a:t>
            </a:r>
          </a:p>
          <a:p>
            <a:pPr algn="ctr">
              <a:lnSpc>
                <a:spcPts val="5100"/>
              </a:lnSpc>
            </a:pPr>
            <a:r>
              <a:rPr lang="en-US" sz="34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REUNIÓN DE SEGURIDAD</a:t>
            </a:r>
          </a:p>
          <a:p>
            <a:pPr algn="ctr">
              <a:lnSpc>
                <a:spcPts val="6000"/>
              </a:lnSpc>
            </a:pPr>
            <a:endParaRPr lang="en-US" sz="3400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87626" y="4437397"/>
            <a:ext cx="13144749" cy="118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El </a:t>
            </a:r>
            <a:r>
              <a:rPr lang="en-US" sz="4500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Gobierno</a:t>
            </a: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Municipal de General Escobedo </a:t>
            </a:r>
          </a:p>
          <a:p>
            <a:pPr algn="ctr">
              <a:lnSpc>
                <a:spcPts val="4500"/>
              </a:lnSpc>
            </a:pP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invita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a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y las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vecinas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de la colonia</a:t>
            </a:r>
          </a:p>
        </p:txBody>
      </p:sp>
      <p:sp>
        <p:nvSpPr>
          <p:cNvPr id="22" name="colonia"/>
          <p:cNvSpPr txBox="1"/>
          <p:nvPr/>
        </p:nvSpPr>
        <p:spPr>
          <a:xfrm>
            <a:off x="1497713" y="6648450"/>
            <a:ext cx="12096000" cy="1219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 dirty="0" err="1">
                <a:solidFill>
                  <a:srgbClr val="950246"/>
                </a:solidFill>
                <a:latin typeface="Creo Ultra-Bold"/>
                <a:ea typeface="Creo Ultra-Bold"/>
                <a:cs typeface="Creo Ultra-Bold"/>
                <a:sym typeface="Creo Ultra-Bold"/>
              </a:rPr>
              <a:t>Girasoles 4to</a:t>
            </a:r>
            <a:endParaRPr lang="en-US" sz="9000" dirty="0">
              <a:solidFill>
                <a:srgbClr val="950246"/>
              </a:solidFill>
              <a:latin typeface="Creo Ultra-Bold"/>
              <a:ea typeface="Creo Ultra-Bold"/>
              <a:cs typeface="Creo Ultra-Bold"/>
              <a:sym typeface="Creo Ultra-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644288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HORA: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68579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LUGAR: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213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FECHA: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2000" y="19873812"/>
            <a:ext cx="12096000" cy="90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Más información</a:t>
            </a:r>
          </a:p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8182206100 Ext.1901</a:t>
            </a:r>
          </a:p>
        </p:txBody>
      </p:sp>
      <p:sp>
        <p:nvSpPr>
          <p:cNvPr id="27" name="fecha"/>
          <p:cNvSpPr txBox="1"/>
          <p:nvPr/>
        </p:nvSpPr>
        <p:spPr>
          <a:xfrm>
            <a:off x="919997" y="12380268"/>
            <a:ext cx="3584383" cy="158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</a:pPr>
            <a:r>
              <a:rPr lang="en-US" sz="41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Viernes</a:t>
            </a:r>
            <a:r>
              <a:rPr lang="en-US" sz="41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20 de </a:t>
            </a:r>
            <a:r>
              <a:rPr lang="en-US" sz="41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febrero</a:t>
            </a:r>
            <a:r>
              <a:rPr lang="en-US" sz="41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de 2026</a:t>
            </a:r>
          </a:p>
        </p:txBody>
      </p:sp>
      <p:sp>
        <p:nvSpPr>
          <p:cNvPr id="28" name="hora"/>
          <p:cNvSpPr txBox="1"/>
          <p:nvPr/>
        </p:nvSpPr>
        <p:spPr>
          <a:xfrm>
            <a:off x="5700180" y="12389793"/>
            <a:ext cx="3584383" cy="609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7:00 pm</a:t>
            </a:r>
          </a:p>
        </p:txBody>
      </p:sp>
      <p:sp>
        <p:nvSpPr>
          <p:cNvPr id="29" name="lugar"/>
          <p:cNvSpPr txBox="1"/>
          <p:nvPr/>
        </p:nvSpPr>
        <p:spPr>
          <a:xfrm>
            <a:off x="10480363" y="12370743"/>
            <a:ext cx="3584383" cy="174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34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Plaza</a:t>
            </a:r>
            <a:r>
              <a:rPr lang="en-US" sz="34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calle</a:t>
            </a:r>
            <a:r>
              <a:rPr lang="en-US" sz="34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Paseo de la Amistad </a:t>
            </a:r>
            <a:r>
              <a:rPr lang="en-US" sz="34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cruce</a:t>
            </a:r>
            <a:r>
              <a:rPr lang="en-US" sz="34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con Matamoros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7626" y="14833804"/>
            <a:ext cx="13144749" cy="175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Asiste a esta reunión y sé parte de las decisiones que fortalecen nuestra comunidad. con la 4T Norteña.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60231" y="17434131"/>
            <a:ext cx="11199538" cy="154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Nos acampaña:</a:t>
            </a:r>
          </a:p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La Secretaría de Seguridad Ciudadana y la Oficina de la Presidencia Municipal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</Words>
  <Application>Microsoft Office PowerPoint</Application>
  <PresentationFormat>Personalizado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Gotham Bold</vt:lpstr>
      <vt:lpstr>Gotham</vt:lpstr>
      <vt:lpstr>Creo Ultra-Bold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Concertación</dc:title>
  <cp:lastModifiedBy>abraham ramos</cp:lastModifiedBy>
  <cp:revision>2</cp:revision>
  <dcterms:created xsi:type="dcterms:W3CDTF">2006-08-16T00:00:00Z</dcterms:created>
  <dcterms:modified xsi:type="dcterms:W3CDTF">2026-03-25T21:44:23Z</dcterms:modified>
  <dc:identifier>DAHBn2w0dI0</dc:identifier>
</cp:coreProperties>
</file>