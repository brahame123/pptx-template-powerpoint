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2436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endParaRPr lang="en-US" sz="9000" u="sng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endParaRPr lang="en-US" sz="41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endParaRPr lang="en-US" sz="45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endParaRPr lang="en-US" sz="34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67</Words>
  <Application>Microsoft Office PowerPoint</Application>
  <PresentationFormat>Personalizado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Gotham</vt:lpstr>
      <vt:lpstr>Creo Ultra-Bold</vt:lpstr>
      <vt:lpstr>Gotham Bold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3</cp:revision>
  <dcterms:created xsi:type="dcterms:W3CDTF">2006-08-16T00:00:00Z</dcterms:created>
  <dcterms:modified xsi:type="dcterms:W3CDTF">2026-03-25T22:25:12Z</dcterms:modified>
  <dc:identifier>DAHBn2w0dI0</dc:identifier>
</cp:coreProperties>
</file>