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180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21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endParaRPr lang="en-US" sz="9000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7" name="fecha"/>
          <p:cNvSpPr txBox="1"/>
          <p:nvPr/>
        </p:nvSpPr>
        <p:spPr>
          <a:xfrm>
            <a:off x="919997" y="12380268"/>
            <a:ext cx="3584383" cy="1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41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Viernes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20 de </a:t>
            </a:r>
            <a:r>
              <a:rPr lang="en-US" sz="41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febrero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2026</a:t>
            </a: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60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10:00 PM</a:t>
            </a: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174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Gotham Bold</vt:lpstr>
      <vt:lpstr>Gotham</vt:lpstr>
      <vt:lpstr>Creo Ultra-Bold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2</cp:revision>
  <dcterms:created xsi:type="dcterms:W3CDTF">2006-08-16T00:00:00Z</dcterms:created>
  <dcterms:modified xsi:type="dcterms:W3CDTF">2026-03-25T21:44:23Z</dcterms:modified>
  <dc:identifier>DAHBn2w0dI0</dc:identifier>
</cp:coreProperties>
</file>